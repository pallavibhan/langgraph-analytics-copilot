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0" y="100"/>
            <a:ext cx="500" cy="5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[{"city":"Bengaluru","date":"2026-06-25","revenue":16636200000}]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